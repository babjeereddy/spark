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3"/>
    <p:sldId id="262" r:id="rId4"/>
    <p:sldId id="523" r:id="rId5"/>
    <p:sldId id="524" r:id="rId6"/>
    <p:sldId id="525" r:id="rId7"/>
    <p:sldId id="261" r:id="rId8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2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87" d="100"/>
          <a:sy n="87" d="100"/>
        </p:scale>
        <p:origin x="-676" y="-68"/>
      </p:cViewPr>
      <p:guideLst>
        <p:guide orient="horz" pos="2880"/>
        <p:guide pos="212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47DE22-9E91-4192-903F-3C4AE46FA73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43163"/>
            <a:ext cx="7315200" cy="2314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4738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4738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E3BAE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E3BAE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E3BAE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E3B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E3BAE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44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E3BAE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2687" y="1053737"/>
            <a:ext cx="8305800" cy="3527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905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E3BA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057400" y="1047750"/>
            <a:ext cx="2133336" cy="513778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32475" y="1880841"/>
            <a:ext cx="5709920" cy="717504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lang="en-IN" sz="3700" b="1" spc="220" dirty="0" smtClean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Python</a:t>
            </a:r>
            <a:endParaRPr lang="en-IN" sz="3700" b="1" spc="275" dirty="0">
              <a:solidFill>
                <a:srgbClr val="FFFFFF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18200" y="4106305"/>
            <a:ext cx="10934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7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Confidential</a:t>
            </a:r>
            <a:endParaRPr sz="15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07340"/>
          </a:xfrm>
        </p:spPr>
        <p:txBody>
          <a:bodyPr/>
          <a:lstStyle/>
          <a:p>
            <a:r>
              <a:rPr lang="en-US" altLang="en-GB" sz="2000" dirty="0">
                <a:sym typeface="+mn-ea"/>
              </a:rPr>
              <a:t>What is Git?</a:t>
            </a:r>
            <a:endParaRPr lang="en-US" sz="2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305800" cy="303149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en-GB" dirty="0"/>
              <a:t>Git is a distributed version control system (DVCS) that tracks changes in files, manages source code history, and enables multiple developers to collaborate efficiently.</a:t>
            </a:r>
            <a:endParaRPr lang="en-US" altLang="en-GB" dirty="0"/>
          </a:p>
          <a:p>
            <a:pPr>
              <a:spcBef>
                <a:spcPts val="600"/>
              </a:spcBef>
            </a:pPr>
            <a:endParaRPr lang="en-US" altLang="en-GB" dirty="0"/>
          </a:p>
          <a:p>
            <a:pPr>
              <a:spcBef>
                <a:spcPts val="600"/>
              </a:spcBef>
            </a:pPr>
            <a:r>
              <a:rPr lang="en-US" altLang="en-GB" dirty="0"/>
              <a:t>Git helps developers:</a:t>
            </a:r>
            <a:endParaRPr lang="en-US" altLang="en-GB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Track every code change</a:t>
            </a:r>
            <a:endParaRPr lang="en-US" altLang="en-GB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Work on features independently</a:t>
            </a:r>
            <a:endParaRPr lang="en-US" altLang="en-GB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Merge work safely</a:t>
            </a:r>
            <a:endParaRPr lang="en-US" altLang="en-GB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Recover from mistakes</a:t>
            </a:r>
            <a:endParaRPr lang="en-US" altLang="en-GB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Collaborate across teams</a:t>
            </a:r>
            <a:endParaRPr lang="en-US" alt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07340"/>
          </a:xfrm>
        </p:spPr>
        <p:txBody>
          <a:bodyPr/>
          <a:lstStyle/>
          <a:p>
            <a:r>
              <a:rPr lang="en-US" altLang="en-GB" sz="2000" dirty="0">
                <a:sym typeface="+mn-ea"/>
              </a:rPr>
              <a:t> Real-Time Example</a:t>
            </a:r>
            <a:endParaRPr lang="en-US" sz="2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305800" cy="267716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en-GB" dirty="0"/>
              <a:t>Imagine a team building an e-commerce website.</a:t>
            </a:r>
            <a:endParaRPr lang="en-US" altLang="en-GB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Developer A: Login</a:t>
            </a:r>
            <a:endParaRPr lang="en-US" altLang="en-GB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Developer B: Cart</a:t>
            </a:r>
            <a:endParaRPr lang="en-US" altLang="en-GB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Developer C: Payment</a:t>
            </a:r>
            <a:endParaRPr lang="en-US" altLang="en-GB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Developer D: Search</a:t>
            </a:r>
            <a:endParaRPr lang="en-US" altLang="en-GB" dirty="0"/>
          </a:p>
          <a:p>
            <a:pPr>
              <a:spcBef>
                <a:spcPts val="600"/>
              </a:spcBef>
            </a:pPr>
            <a:endParaRPr lang="en-US" altLang="en-GB" dirty="0"/>
          </a:p>
          <a:p>
            <a:pPr>
              <a:spcBef>
                <a:spcPts val="600"/>
              </a:spcBef>
            </a:pPr>
            <a:r>
              <a:rPr lang="en-US" altLang="en-GB" dirty="0"/>
              <a:t>Each developer works independently on their own branch, and Git later combines the changes.</a:t>
            </a:r>
            <a:endParaRPr lang="en-US" alt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07340"/>
          </a:xfrm>
        </p:spPr>
        <p:txBody>
          <a:bodyPr/>
          <a:lstStyle/>
          <a:p>
            <a:r>
              <a:rPr lang="en-US" altLang="en-GB" sz="2000" dirty="0">
                <a:sym typeface="+mn-ea"/>
              </a:rPr>
              <a:t>What is GitHub?</a:t>
            </a:r>
            <a:endParaRPr lang="en-US" sz="2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305800" cy="409321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en-GB" dirty="0"/>
              <a:t>GitHub is a cloud-based platform that hosts Git repositories and provides tools for collaboration, code review, issue tracking, and project management.</a:t>
            </a:r>
            <a:endParaRPr lang="en-US" altLang="en-GB" dirty="0"/>
          </a:p>
          <a:p>
            <a:pPr>
              <a:spcBef>
                <a:spcPts val="600"/>
              </a:spcBef>
            </a:pPr>
            <a:r>
              <a:rPr lang="en-US" altLang="en-GB" dirty="0"/>
              <a:t>Why Companies Use GitHub</a:t>
            </a:r>
            <a:endParaRPr lang="en-US" altLang="en-GB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Team collaboration</a:t>
            </a:r>
            <a:endParaRPr lang="en-US" altLang="en-GB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Centralized code hosting</a:t>
            </a:r>
            <a:endParaRPr lang="en-US" altLang="en-GB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Pull Requests</a:t>
            </a:r>
            <a:endParaRPr lang="en-US" altLang="en-GB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Code Reviews</a:t>
            </a:r>
            <a:endParaRPr lang="en-US" altLang="en-GB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CI/CD integration</a:t>
            </a:r>
            <a:endParaRPr lang="en-US" altLang="en-GB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Issue tracking</a:t>
            </a:r>
            <a:endParaRPr lang="en-US" altLang="en-GB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Security scanning</a:t>
            </a:r>
            <a:endParaRPr lang="en-US" altLang="en-GB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Access control</a:t>
            </a:r>
            <a:endParaRPr lang="en-US" altLang="en-GB" dirty="0"/>
          </a:p>
          <a:p>
            <a:pPr>
              <a:spcBef>
                <a:spcPts val="600"/>
              </a:spcBef>
            </a:pPr>
            <a:endParaRPr lang="en-US" alt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07340"/>
          </a:xfrm>
        </p:spPr>
        <p:txBody>
          <a:bodyPr/>
          <a:lstStyle/>
          <a:p>
            <a:r>
              <a:rPr lang="en-US" altLang="en-GB" sz="2000" dirty="0">
                <a:sym typeface="+mn-ea"/>
              </a:rPr>
              <a:t>Staging Area</a:t>
            </a:r>
            <a:endParaRPr lang="en-US" sz="2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305800" cy="55372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en-GB" dirty="0"/>
              <a:t>The Staging Area (also called the Index) is a temporary place where you prepare changes before creating a commit.</a:t>
            </a:r>
            <a:endParaRPr lang="en-US" alt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68093" y="2233930"/>
            <a:ext cx="260858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0" spc="27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Thank</a:t>
            </a:r>
            <a:r>
              <a:rPr sz="4000" b="0" spc="18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b="0" spc="8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You!</a:t>
            </a:r>
            <a:endParaRPr sz="40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2133336" cy="51377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1018</Words>
  <Application>WPS Presentation</Application>
  <PresentationFormat>On-screen Show (16:9)</PresentationFormat>
  <Paragraphs>45</Paragraphs>
  <Slides>6</Slides>
  <Notes>73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SimSun</vt:lpstr>
      <vt:lpstr>Wingdings</vt:lpstr>
      <vt:lpstr>Calibri</vt:lpstr>
      <vt:lpstr>Microsoft YaHei</vt:lpstr>
      <vt:lpstr>Arial Unicode MS</vt:lpstr>
      <vt:lpstr>Arial Unicode MS</vt:lpstr>
      <vt:lpstr>Calibri</vt:lpstr>
      <vt:lpstr>Office Theme</vt:lpstr>
      <vt:lpstr>PowerPoint 演示文稿</vt:lpstr>
      <vt:lpstr>Introduction to Python</vt:lpstr>
      <vt:lpstr>What is Git?</vt:lpstr>
      <vt:lpstr> Real-Time Example</vt:lpstr>
      <vt:lpstr>What is GitHub?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GUVI proposal for CHUBB</dc:title>
  <dc:creator>udhay</dc:creator>
  <cp:lastModifiedBy>WPS_1721743183</cp:lastModifiedBy>
  <cp:revision>68</cp:revision>
  <dcterms:created xsi:type="dcterms:W3CDTF">2025-06-18T10:57:00Z</dcterms:created>
  <dcterms:modified xsi:type="dcterms:W3CDTF">2026-08-02T17:47:43Z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2025-06-18T11:00:00Z</vt:filetime>
  </property>
  <property fmtid="{D5CDD505-2E9C-101B-9397-08002B2CF9AE}" pid="3" name="Creator">
    <vt:lpwstr>Google</vt:lpwstr>
  </property>
  <property fmtid="{D5CDD505-2E9C-101B-9397-08002B2CF9AE}" pid="4" name="LastSaved">
    <vt:filetime>2025-06-18T11:00:00Z</vt:filetime>
  </property>
  <property fmtid="{D5CDD505-2E9C-101B-9397-08002B2CF9AE}" pid="5" name="ICV">
    <vt:lpwstr>F21F41B0582246B39ABDFFECD4B6CA1A_13</vt:lpwstr>
  </property>
  <property fmtid="{D5CDD505-2E9C-101B-9397-08002B2CF9AE}" pid="6" name="KSOProductBuildVer">
    <vt:lpwstr>2057-12.2.0.23206</vt:lpwstr>
  </property>
</Properties>
</file>